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60" d="100"/>
          <a:sy n="160" d="100"/>
        </p:scale>
        <p:origin x="-252" y="2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9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9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7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54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9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7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7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8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CE8BF-8AD9-4DEF-B37C-4106E70953E3}" type="datetimeFigureOut">
              <a:rPr lang="en-US" smtClean="0"/>
              <a:t>3/1/2018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9E9B7-D33B-473B-902A-09D38D1C2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3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895203"/>
            <a:ext cx="1447800" cy="2228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952354"/>
            <a:ext cx="1333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STARS VETS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468" y="1262619"/>
            <a:ext cx="1255583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Status Information</a:t>
            </a:r>
          </a:p>
          <a:p>
            <a:pPr marL="228600" indent="-169863">
              <a:buFont typeface="Arial" pitchFamily="34" charset="0"/>
              <a:buChar char="•"/>
            </a:pPr>
            <a:r>
              <a:rPr lang="en-US" sz="800" dirty="0" smtClean="0"/>
              <a:t>IDLE</a:t>
            </a:r>
          </a:p>
          <a:p>
            <a:pPr marL="228600" indent="-169863">
              <a:buFont typeface="Arial" pitchFamily="34" charset="0"/>
              <a:buChar char="•"/>
            </a:pPr>
            <a:r>
              <a:rPr lang="en-US" sz="800" dirty="0" smtClean="0"/>
              <a:t>Prepare</a:t>
            </a:r>
          </a:p>
          <a:p>
            <a:pPr marL="228600" indent="-169863">
              <a:buFont typeface="Arial" pitchFamily="34" charset="0"/>
              <a:buChar char="•"/>
            </a:pPr>
            <a:r>
              <a:rPr lang="en-US" sz="800" dirty="0" smtClean="0"/>
              <a:t>Running</a:t>
            </a:r>
          </a:p>
          <a:p>
            <a:pPr marL="228600" indent="-169863">
              <a:buFont typeface="Arial" pitchFamily="34" charset="0"/>
              <a:buChar char="•"/>
            </a:pPr>
            <a:r>
              <a:rPr lang="en-US" sz="800" dirty="0" smtClean="0"/>
              <a:t>Post-test</a:t>
            </a:r>
          </a:p>
          <a:p>
            <a:endParaRPr lang="en-US" sz="800" dirty="0"/>
          </a:p>
          <a:p>
            <a:r>
              <a:rPr lang="en-US" sz="800" dirty="0" smtClean="0"/>
              <a:t>Fail/Pass</a:t>
            </a:r>
          </a:p>
          <a:p>
            <a:r>
              <a:rPr lang="en-US" sz="800" dirty="0" smtClean="0"/>
              <a:t>Manufacturer</a:t>
            </a:r>
          </a:p>
          <a:p>
            <a:r>
              <a:rPr lang="en-US" sz="800" dirty="0" smtClean="0"/>
              <a:t>Operator</a:t>
            </a:r>
            <a:endParaRPr lang="en-US"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434546" y="2769686"/>
            <a:ext cx="1165426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UDP Driver 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5500" y="895203"/>
            <a:ext cx="1447800" cy="2228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095500" y="952354"/>
            <a:ext cx="1333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HOR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6687" y="2769686"/>
            <a:ext cx="1165426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Log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895203"/>
            <a:ext cx="1447800" cy="2228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943350" y="952354"/>
            <a:ext cx="1333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STATUS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7387" y="2769686"/>
            <a:ext cx="1165426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?</a:t>
            </a:r>
            <a:endParaRPr lang="en-US" sz="800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5676900" y="895203"/>
            <a:ext cx="1447800" cy="2228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734050" y="952354"/>
            <a:ext cx="1333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Elastic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8087" y="2769686"/>
            <a:ext cx="1165426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Internal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67600" y="895203"/>
            <a:ext cx="1447800" cy="2228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524750" y="952354"/>
            <a:ext cx="1333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/>
              <a:t>Kibana</a:t>
            </a:r>
            <a:endParaRPr lang="en-US" sz="1200" b="1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7608787" y="2769686"/>
            <a:ext cx="1165426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Dashboard</a:t>
            </a:r>
          </a:p>
        </p:txBody>
      </p:sp>
      <p:cxnSp>
        <p:nvCxnSpPr>
          <p:cNvPr id="33" name="Straight Arrow Connector 32"/>
          <p:cNvCxnSpPr>
            <a:stCxn id="8" idx="3"/>
            <a:endCxn id="18" idx="1"/>
          </p:cNvCxnSpPr>
          <p:nvPr/>
        </p:nvCxnSpPr>
        <p:spPr>
          <a:xfrm>
            <a:off x="1599972" y="2877408"/>
            <a:ext cx="636715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3402113" y="2877408"/>
            <a:ext cx="636715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181372" y="2877408"/>
            <a:ext cx="636715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972072" y="2879008"/>
            <a:ext cx="636715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47106" y="3130442"/>
            <a:ext cx="1333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Dan </a:t>
            </a:r>
            <a:r>
              <a:rPr lang="en-US" sz="800" dirty="0" err="1" smtClean="0"/>
              <a:t>Bowker</a:t>
            </a:r>
            <a:r>
              <a:rPr lang="en-US" sz="800" dirty="0" smtClean="0"/>
              <a:t> (HTA)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52650" y="3137383"/>
            <a:ext cx="1333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Kazuya Ito (HOR)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43350" y="3130442"/>
            <a:ext cx="1333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Derek </a:t>
            </a:r>
            <a:r>
              <a:rPr lang="en-US" sz="800" dirty="0" err="1" smtClean="0"/>
              <a:t>Savery</a:t>
            </a:r>
            <a:r>
              <a:rPr lang="en-US" sz="800" dirty="0" smtClean="0"/>
              <a:t>(HAD)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34050" y="3124053"/>
            <a:ext cx="1333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Sergei </a:t>
            </a:r>
            <a:r>
              <a:rPr lang="en-US" sz="800" dirty="0" err="1" smtClean="0"/>
              <a:t>Mefodiev</a:t>
            </a:r>
            <a:r>
              <a:rPr lang="en-US" sz="800" dirty="0" smtClean="0"/>
              <a:t> (HTA)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4750" y="3137383"/>
            <a:ext cx="1333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Sergei </a:t>
            </a:r>
            <a:r>
              <a:rPr lang="en-US" sz="800" dirty="0" err="1" smtClean="0"/>
              <a:t>Mefodiev</a:t>
            </a:r>
            <a:r>
              <a:rPr lang="en-US" sz="800" dirty="0" smtClean="0"/>
              <a:t> (HTA)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800" y="3562350"/>
            <a:ext cx="861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800" dirty="0" smtClean="0"/>
              <a:t>STARS VETS Scheduler will need to be modified in order to retrieve status information regarding IDLE, Prepare, … (Dan </a:t>
            </a:r>
            <a:r>
              <a:rPr lang="en-US" sz="800" dirty="0" err="1" smtClean="0"/>
              <a:t>Bowker</a:t>
            </a:r>
            <a:r>
              <a:rPr lang="en-US" sz="800" dirty="0" smtClean="0"/>
              <a:t> can support)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800" dirty="0" smtClean="0"/>
              <a:t>Status information will be sent to HOR Monitoring via UDP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800" dirty="0" smtClean="0"/>
              <a:t>HOR Monitoring will log the information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800" dirty="0" smtClean="0"/>
              <a:t>We will need to be able to retrieve the STARS VETS status information from the log file (STATUS Export) and load the information into Elastic Search (Sergei </a:t>
            </a:r>
            <a:r>
              <a:rPr lang="en-US" sz="800" dirty="0" err="1" smtClean="0"/>
              <a:t>Mefodiev</a:t>
            </a:r>
            <a:r>
              <a:rPr lang="en-US" sz="800" dirty="0" smtClean="0"/>
              <a:t> can support)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800" dirty="0" err="1" smtClean="0"/>
              <a:t>Kiabana</a:t>
            </a:r>
            <a:r>
              <a:rPr lang="en-US" sz="800" dirty="0" smtClean="0"/>
              <a:t> can be used to create dashboards visualizing the information (Sergei support)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800" dirty="0"/>
          </a:p>
          <a:p>
            <a:r>
              <a:rPr lang="en-US" sz="800" dirty="0" smtClean="0"/>
              <a:t>Note: Sergei already created a demo with Elastic Search and </a:t>
            </a:r>
            <a:r>
              <a:rPr lang="en-US" sz="800" dirty="0" err="1" smtClean="0"/>
              <a:t>Kibana</a:t>
            </a:r>
            <a:r>
              <a:rPr lang="en-US" sz="800" dirty="0" smtClean="0"/>
              <a:t> that can be used as a reference</a:t>
            </a:r>
          </a:p>
        </p:txBody>
      </p:sp>
    </p:spTree>
    <p:extLst>
      <p:ext uri="{BB962C8B-B14F-4D97-AF65-F5344CB8AC3E}">
        <p14:creationId xmlns:p14="http://schemas.microsoft.com/office/powerpoint/2010/main" val="2167907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157</Words>
  <Application>Microsoft Office PowerPoint</Application>
  <PresentationFormat>On-screen Show (16:9)</PresentationFormat>
  <Paragraphs>31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HORIBA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Siebler, Jorg</dc:creator>
  <cp:lastModifiedBy>HIC IT</cp:lastModifiedBy>
  <cp:revision>6</cp:revision>
  <dcterms:created xsi:type="dcterms:W3CDTF">2018-02-27T21:55:02Z</dcterms:created>
  <dcterms:modified xsi:type="dcterms:W3CDTF">2018-03-01T14:20:22Z</dcterms:modified>
</cp:coreProperties>
</file>